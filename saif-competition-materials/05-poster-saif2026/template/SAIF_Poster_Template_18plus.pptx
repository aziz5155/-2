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</p:sldIdLst>
  <p:sldSz cy="43891200" cx="32918400"/>
  <p:notesSz cx="6858000" cy="9144000"/>
  <p:embeddedFontLst>
    <p:embeddedFont>
      <p:font typeface="IBM Plex Sans Arabic Medium"/>
      <p:regular r:id="rId8"/>
      <p:bold r:id="rId9"/>
    </p:embeddedFont>
    <p:embeddedFont>
      <p:font typeface="IBM Plex Sans Arabic"/>
      <p:regular r:id="rId10"/>
      <p:bold r:id="rId11"/>
    </p:embeddedFont>
    <p:embeddedFont>
      <p:font typeface="IBM Plex Sans Arabic Light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824">
          <p15:clr>
            <a:srgbClr val="747775"/>
          </p15:clr>
        </p15:guide>
        <p15:guide id="2" pos="103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824" orient="horz"/>
        <p:guide pos="103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BMPlexSansArabic-bold.fntdata"/><Relationship Id="rId10" Type="http://schemas.openxmlformats.org/officeDocument/2006/relationships/font" Target="fonts/IBMPlexSansArabic-regular.fntdata"/><Relationship Id="rId13" Type="http://schemas.openxmlformats.org/officeDocument/2006/relationships/font" Target="fonts/IBMPlexSansArabicLight-bold.fntdata"/><Relationship Id="rId12" Type="http://schemas.openxmlformats.org/officeDocument/2006/relationships/font" Target="fonts/IBMPlexSansArabicLigh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BMPlexSansArabic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IBMPlexSansArabic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 Group (18 and above)" type="title">
  <p:cSld name="TITLE">
    <p:bg>
      <p:bgPr>
        <a:gradFill>
          <a:gsLst>
            <a:gs pos="0">
              <a:srgbClr val="0E3F3C"/>
            </a:gs>
            <a:gs pos="100000">
              <a:srgbClr val="0E3F3C">
                <a:alpha val="36078"/>
              </a:srgbClr>
            </a:gs>
          </a:gsLst>
          <a:lin ang="5400700" scaled="0"/>
        </a:gra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4000" y="680350"/>
            <a:ext cx="2889774" cy="209675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"/>
          <p:cNvSpPr/>
          <p:nvPr/>
        </p:nvSpPr>
        <p:spPr>
          <a:xfrm>
            <a:off x="150" y="0"/>
            <a:ext cx="32918400" cy="43891200"/>
          </a:xfrm>
          <a:prstGeom prst="rect">
            <a:avLst/>
          </a:prstGeom>
          <a:gradFill>
            <a:gsLst>
              <a:gs pos="0">
                <a:srgbClr val="0E3F3C"/>
              </a:gs>
              <a:gs pos="100000">
                <a:srgbClr val="0E3F3C">
                  <a:alpha val="36078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4000" y="680350"/>
            <a:ext cx="2889774" cy="209675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/>
        </p:nvSpPr>
        <p:spPr>
          <a:xfrm>
            <a:off x="30650961" y="1344105"/>
            <a:ext cx="1506000" cy="10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200" lIns="125200" spcFirstLastPara="1" rIns="125200" wrap="square" tIns="1252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4"/>
              <a:buFont typeface="Arial"/>
              <a:buNone/>
            </a:pPr>
            <a:r>
              <a:rPr b="0" i="0" lang="en-GB" sz="2464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بتنظــــــيـــم</a:t>
            </a:r>
            <a:endParaRPr b="0" i="0" sz="2464" u="none" cap="none" strike="noStrike">
              <a:solidFill>
                <a:srgbClr val="FFFFF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4"/>
              <a:buFont typeface="Arial"/>
              <a:buNone/>
            </a:pPr>
            <a:r>
              <a:rPr b="0" i="0" lang="en-GB" sz="2464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مـــــــــــــــــــــن</a:t>
            </a:r>
            <a:endParaRPr b="0" i="0" sz="2464" u="none" cap="none" strike="noStrike">
              <a:solidFill>
                <a:srgbClr val="FFFFF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pic>
        <p:nvPicPr>
          <p:cNvPr id="11" name="Google Shape;11;p2" title="شعار وزارة الداخلية المعتمد ابيض-0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95830" y="1243809"/>
            <a:ext cx="1255086" cy="121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 title="twq white-17.png"/>
          <p:cNvPicPr preferRelativeResize="0"/>
          <p:nvPr/>
        </p:nvPicPr>
        <p:blipFill rotWithShape="1">
          <a:blip r:embed="rId4">
            <a:alphaModFix/>
          </a:blip>
          <a:srcRect b="0" l="8821" r="8821" t="0"/>
          <a:stretch/>
        </p:blipFill>
        <p:spPr>
          <a:xfrm>
            <a:off x="27772505" y="1001463"/>
            <a:ext cx="1506063" cy="1454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 title="tahaluf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941979" y="1403384"/>
            <a:ext cx="1635614" cy="8507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Google Shape;14;p2"/>
          <p:cNvCxnSpPr/>
          <p:nvPr/>
        </p:nvCxnSpPr>
        <p:spPr>
          <a:xfrm>
            <a:off x="25615789" y="1361460"/>
            <a:ext cx="0" cy="896700"/>
          </a:xfrm>
          <a:prstGeom prst="straightConnector1">
            <a:avLst/>
          </a:prstGeom>
          <a:noFill/>
          <a:ln cap="flat" cmpd="sng" w="223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2"/>
          <p:cNvSpPr txBox="1"/>
          <p:nvPr/>
        </p:nvSpPr>
        <p:spPr>
          <a:xfrm>
            <a:off x="23394008" y="1344116"/>
            <a:ext cx="1895700" cy="10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200" lIns="125200" spcFirstLastPara="1" rIns="125200" wrap="square" tIns="1252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4"/>
              <a:buFont typeface="Arial"/>
              <a:buNone/>
            </a:pPr>
            <a:r>
              <a:rPr b="0" i="0" lang="en-GB" sz="2464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الشـــــريــــــك</a:t>
            </a:r>
            <a:endParaRPr b="0" i="0" sz="2464" u="none" cap="none" strike="noStrike">
              <a:solidFill>
                <a:srgbClr val="FFFFF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4"/>
              <a:buFont typeface="Arial"/>
              <a:buNone/>
            </a:pPr>
            <a:r>
              <a:rPr b="0" i="0" lang="en-GB" sz="2464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الاستراتيجي</a:t>
            </a:r>
            <a:endParaRPr b="0" i="0" sz="2464" u="none" cap="none" strike="noStrike">
              <a:solidFill>
                <a:srgbClr val="FFFFF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cxnSp>
        <p:nvCxnSpPr>
          <p:cNvPr id="16" name="Google Shape;16;p2"/>
          <p:cNvCxnSpPr/>
          <p:nvPr/>
        </p:nvCxnSpPr>
        <p:spPr>
          <a:xfrm>
            <a:off x="21865243" y="1361460"/>
            <a:ext cx="0" cy="896700"/>
          </a:xfrm>
          <a:prstGeom prst="straightConnector1">
            <a:avLst/>
          </a:prstGeom>
          <a:noFill/>
          <a:ln cap="flat" cmpd="sng" w="223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" name="Google Shape;1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211673" y="1323726"/>
            <a:ext cx="1331205" cy="101169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 txBox="1"/>
          <p:nvPr/>
        </p:nvSpPr>
        <p:spPr>
          <a:xfrm>
            <a:off x="15539071" y="1344116"/>
            <a:ext cx="1895700" cy="10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200" lIns="125200" spcFirstLastPara="1" rIns="125200" wrap="square" tIns="1252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4"/>
              <a:buFont typeface="Arial"/>
              <a:buNone/>
            </a:pPr>
            <a:r>
              <a:rPr b="0" i="0" lang="en-GB" sz="2464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الشريــــــــك</a:t>
            </a:r>
            <a:endParaRPr b="0" i="0" sz="2464" u="none" cap="none" strike="noStrike">
              <a:solidFill>
                <a:srgbClr val="FFFFF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4"/>
              <a:buFont typeface="Arial"/>
              <a:buNone/>
            </a:pPr>
            <a:r>
              <a:rPr b="0" i="0" lang="en-GB" sz="2464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الرئيســـــــي</a:t>
            </a:r>
            <a:endParaRPr b="0" i="0" sz="2464" u="none" cap="none" strike="noStrike">
              <a:solidFill>
                <a:srgbClr val="FFFFF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cxnSp>
        <p:nvCxnSpPr>
          <p:cNvPr id="19" name="Google Shape;19;p2"/>
          <p:cNvCxnSpPr/>
          <p:nvPr/>
        </p:nvCxnSpPr>
        <p:spPr>
          <a:xfrm>
            <a:off x="17862801" y="1361460"/>
            <a:ext cx="0" cy="896700"/>
          </a:xfrm>
          <a:prstGeom prst="straightConnector1">
            <a:avLst/>
          </a:prstGeom>
          <a:noFill/>
          <a:ln cap="flat" cmpd="sng" w="223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" name="Google Shape;20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557675" y="1378192"/>
            <a:ext cx="2272809" cy="896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oogle Shape;21;p2"/>
          <p:cNvGrpSpPr/>
          <p:nvPr/>
        </p:nvGrpSpPr>
        <p:grpSpPr>
          <a:xfrm>
            <a:off x="18170585" y="1093011"/>
            <a:ext cx="3343022" cy="1315933"/>
            <a:chOff x="1631065" y="8602597"/>
            <a:chExt cx="621033" cy="244470"/>
          </a:xfrm>
        </p:grpSpPr>
        <p:sp>
          <p:nvSpPr>
            <p:cNvPr id="22" name="Google Shape;22;p2"/>
            <p:cNvSpPr txBox="1"/>
            <p:nvPr/>
          </p:nvSpPr>
          <p:spPr>
            <a:xfrm>
              <a:off x="1948198" y="8641256"/>
              <a:ext cx="3039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350" lIns="156350" spcFirstLastPara="1" rIns="156350" wrap="square" tIns="156350">
              <a:spAutoFit/>
            </a:bodyPr>
            <a:lstStyle/>
            <a:p>
              <a:pPr indent="0" lvl="0" marL="0" marR="0" rtl="1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80"/>
                <a:buFont typeface="Arial"/>
                <a:buNone/>
              </a:pPr>
              <a:r>
                <a:rPr b="0" i="0" lang="en-GB" sz="2480" u="none" cap="none" strike="noStrike">
                  <a:solidFill>
                    <a:srgbClr val="FFFFFF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الشريــــــــك</a:t>
              </a:r>
              <a:endParaRPr b="0" i="0" sz="2480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  <a:p>
              <a:pPr indent="0" lvl="0" marL="0" marR="0" rtl="1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80"/>
                <a:buFont typeface="Arial"/>
                <a:buNone/>
              </a:pPr>
              <a:r>
                <a:rPr b="0" i="0" lang="en-GB" sz="2480" u="none" cap="none" strike="noStrike">
                  <a:solidFill>
                    <a:srgbClr val="FFFFFF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المؤســــــس</a:t>
              </a:r>
              <a:endParaRPr b="0" i="0" sz="2480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</p:txBody>
        </p:sp>
        <p:pic>
          <p:nvPicPr>
            <p:cNvPr id="23" name="Google Shape;23;p2" title="Tahakom.png"/>
            <p:cNvPicPr preferRelativeResize="0"/>
            <p:nvPr/>
          </p:nvPicPr>
          <p:blipFill rotWithShape="1">
            <a:blip r:embed="rId8">
              <a:alphaModFix/>
            </a:blip>
            <a:srcRect b="23333" l="16852" r="16852" t="23333"/>
            <a:stretch/>
          </p:blipFill>
          <p:spPr>
            <a:xfrm>
              <a:off x="1631065" y="8602597"/>
              <a:ext cx="303907" cy="24447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E3F3C"/>
            </a:gs>
            <a:gs pos="100000">
              <a:srgbClr val="0E3F3C">
                <a:alpha val="36078"/>
              </a:srgbClr>
            </a:gs>
          </a:gsLst>
          <a:lin ang="5400700" scaled="0"/>
        </a:gra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806100" y="3404750"/>
            <a:ext cx="31306200" cy="3253200"/>
          </a:xfrm>
          <a:prstGeom prst="rect">
            <a:avLst/>
          </a:prstGeom>
          <a:solidFill>
            <a:srgbClr val="F4F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1228725" y="3855163"/>
            <a:ext cx="16344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GB" sz="7200" u="none" cap="none" strike="noStrike">
                <a:solidFill>
                  <a:srgbClr val="0E3F3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Innovation Title</a:t>
            </a:r>
            <a:endParaRPr b="1" i="0" sz="7200" u="none" cap="none" strike="noStrike">
              <a:solidFill>
                <a:srgbClr val="0E3F3C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0" name="Google Shape;30;p3"/>
          <p:cNvSpPr txBox="1"/>
          <p:nvPr/>
        </p:nvSpPr>
        <p:spPr>
          <a:xfrm>
            <a:off x="1228725" y="5148175"/>
            <a:ext cx="15529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GB" sz="48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Student Name: </a:t>
            </a:r>
            <a:endParaRPr b="0" i="0" sz="48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31" name="Google Shape;31;p3"/>
          <p:cNvSpPr txBox="1"/>
          <p:nvPr/>
        </p:nvSpPr>
        <p:spPr>
          <a:xfrm>
            <a:off x="25742325" y="5148175"/>
            <a:ext cx="604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GB" sz="4800" u="none" cap="none" strike="noStrike">
                <a:solidFill>
                  <a:srgbClr val="0E3F3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ID: </a:t>
            </a:r>
            <a:endParaRPr b="0" i="0" sz="4800" u="none" cap="none" strike="noStrike">
              <a:solidFill>
                <a:srgbClr val="0E3F3C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30469425" y="3818700"/>
            <a:ext cx="1315500" cy="923400"/>
          </a:xfrm>
          <a:prstGeom prst="rect">
            <a:avLst/>
          </a:prstGeom>
          <a:noFill/>
          <a:ln cap="flat" cmpd="sng" w="9525">
            <a:solidFill>
              <a:srgbClr val="0E3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IBM Plex Sans Arabic Light"/>
                <a:ea typeface="IBM Plex Sans Arabic Light"/>
                <a:cs typeface="IBM Plex Sans Arabic Light"/>
                <a:sym typeface="IBM Plex Sans Arabic Light"/>
              </a:rPr>
              <a:t>Country Flag Here</a:t>
            </a:r>
            <a:endParaRPr b="0" i="0" sz="1400" u="none" cap="none" strike="noStrike">
              <a:solidFill>
                <a:srgbClr val="000000"/>
              </a:solidFill>
              <a:latin typeface="IBM Plex Sans Arabic Light"/>
              <a:ea typeface="IBM Plex Sans Arabic Light"/>
              <a:cs typeface="IBM Plex Sans Arabic Light"/>
              <a:sym typeface="IBM Plex Sans Arabic Light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06100" y="7393700"/>
            <a:ext cx="12605100" cy="12456300"/>
          </a:xfrm>
          <a:prstGeom prst="rect">
            <a:avLst/>
          </a:prstGeom>
          <a:solidFill>
            <a:srgbClr val="F4F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14173200" y="7393700"/>
            <a:ext cx="17933100" cy="12456300"/>
          </a:xfrm>
          <a:prstGeom prst="rect">
            <a:avLst/>
          </a:prstGeom>
          <a:solidFill>
            <a:srgbClr val="F4F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1228725" y="7980075"/>
            <a:ext cx="11801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GB" sz="48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Introduction</a:t>
            </a:r>
            <a:endParaRPr b="0" i="0" sz="48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14563725" y="7980075"/>
            <a:ext cx="17221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GB" sz="48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Methodology</a:t>
            </a:r>
            <a:endParaRPr b="0" i="0" sz="48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06100" y="20585750"/>
            <a:ext cx="16948500" cy="12456300"/>
          </a:xfrm>
          <a:prstGeom prst="rect">
            <a:avLst/>
          </a:prstGeom>
          <a:solidFill>
            <a:srgbClr val="F4F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18554700" y="20585750"/>
            <a:ext cx="13551600" cy="12456300"/>
          </a:xfrm>
          <a:prstGeom prst="rect">
            <a:avLst/>
          </a:prstGeom>
          <a:solidFill>
            <a:srgbClr val="F4F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1228725" y="21172125"/>
            <a:ext cx="1603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GB" sz="48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Results</a:t>
            </a:r>
            <a:endParaRPr b="0" i="0" sz="48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19017900" y="21172125"/>
            <a:ext cx="12605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GB" sz="48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Innovation</a:t>
            </a:r>
            <a:endParaRPr b="0" i="0" sz="48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1228725" y="8918175"/>
            <a:ext cx="11801400" cy="105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Text here</a:t>
            </a:r>
            <a:endParaRPr b="0" i="0" sz="24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14563725" y="8918175"/>
            <a:ext cx="17221200" cy="105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Text here</a:t>
            </a:r>
            <a:endParaRPr b="0" i="0" sz="24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1228725" y="22140275"/>
            <a:ext cx="16030500" cy="105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Text here</a:t>
            </a:r>
            <a:endParaRPr b="0" i="0" sz="24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19017967" y="22102175"/>
            <a:ext cx="12605100" cy="105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Text here</a:t>
            </a:r>
            <a:endParaRPr b="0" i="0" sz="24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806100" y="33777800"/>
            <a:ext cx="16948500" cy="8475000"/>
          </a:xfrm>
          <a:prstGeom prst="rect">
            <a:avLst/>
          </a:prstGeom>
          <a:solidFill>
            <a:srgbClr val="F4F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18554700" y="33777800"/>
            <a:ext cx="13551600" cy="8475000"/>
          </a:xfrm>
          <a:prstGeom prst="rect">
            <a:avLst/>
          </a:prstGeom>
          <a:solidFill>
            <a:srgbClr val="F4F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1228725" y="34364175"/>
            <a:ext cx="1603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GB" sz="48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Conclusion</a:t>
            </a:r>
            <a:endParaRPr b="0" i="0" sz="48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19017900" y="34364175"/>
            <a:ext cx="12605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GB" sz="48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Future Work &amp; References </a:t>
            </a:r>
            <a:endParaRPr b="0" i="0" sz="48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49" name="Google Shape;49;p3"/>
          <p:cNvSpPr txBox="1"/>
          <p:nvPr/>
        </p:nvSpPr>
        <p:spPr>
          <a:xfrm>
            <a:off x="1228725" y="35317820"/>
            <a:ext cx="16030500" cy="6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Text here</a:t>
            </a:r>
            <a:endParaRPr b="0" i="0" sz="24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50" name="Google Shape;50;p3"/>
          <p:cNvSpPr txBox="1"/>
          <p:nvPr/>
        </p:nvSpPr>
        <p:spPr>
          <a:xfrm>
            <a:off x="19017974" y="35294225"/>
            <a:ext cx="12605100" cy="6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Text here</a:t>
            </a:r>
            <a:endParaRPr b="0" i="0" sz="24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806100" y="42593775"/>
            <a:ext cx="313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Acknowledgments Statement:</a:t>
            </a:r>
            <a:endParaRPr b="0" i="0" sz="18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29207275" y="3818700"/>
            <a:ext cx="923400" cy="923400"/>
          </a:xfrm>
          <a:prstGeom prst="rect">
            <a:avLst/>
          </a:prstGeom>
          <a:noFill/>
          <a:ln cap="flat" cmpd="sng" w="9525">
            <a:solidFill>
              <a:srgbClr val="0E3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IBM Plex Sans Arabic Light"/>
                <a:ea typeface="IBM Plex Sans Arabic Light"/>
                <a:cs typeface="IBM Plex Sans Arabic Light"/>
                <a:sym typeface="IBM Plex Sans Arabic Light"/>
              </a:rPr>
              <a:t>Booth</a:t>
            </a:r>
            <a:endParaRPr b="0" i="0" sz="1400" u="none" cap="none" strike="noStrike">
              <a:solidFill>
                <a:srgbClr val="000000"/>
              </a:solidFill>
              <a:latin typeface="IBM Plex Sans Arabic Light"/>
              <a:ea typeface="IBM Plex Sans Arabic Light"/>
              <a:cs typeface="IBM Plex Sans Arabic Light"/>
              <a:sym typeface="IBM Plex Sans Arabic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IBM Plex Sans Arabic Light"/>
                <a:ea typeface="IBM Plex Sans Arabic Light"/>
                <a:cs typeface="IBM Plex Sans Arabic Light"/>
                <a:sym typeface="IBM Plex Sans Arabic Light"/>
              </a:rPr>
              <a:t>Number</a:t>
            </a:r>
            <a:endParaRPr b="0" i="0" sz="1400" u="none" cap="none" strike="noStrike">
              <a:solidFill>
                <a:srgbClr val="000000"/>
              </a:solidFill>
              <a:latin typeface="IBM Plex Sans Arabic Light"/>
              <a:ea typeface="IBM Plex Sans Arabic Light"/>
              <a:cs typeface="IBM Plex Sans Arabic Light"/>
              <a:sym typeface="IBM Plex Sans Arabic Light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27945125" y="3818700"/>
            <a:ext cx="923400" cy="923400"/>
          </a:xfrm>
          <a:prstGeom prst="rect">
            <a:avLst/>
          </a:prstGeom>
          <a:noFill/>
          <a:ln cap="flat" cmpd="sng" w="9525">
            <a:solidFill>
              <a:srgbClr val="0E3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IBM Plex Sans Arabic Light"/>
                <a:ea typeface="IBM Plex Sans Arabic Light"/>
                <a:cs typeface="IBM Plex Sans Arabic Light"/>
                <a:sym typeface="IBM Plex Sans Arabic Light"/>
              </a:rPr>
              <a:t>QR</a:t>
            </a:r>
            <a:endParaRPr b="0" i="0" sz="1400" u="none" cap="none" strike="noStrike">
              <a:solidFill>
                <a:srgbClr val="000000"/>
              </a:solidFill>
              <a:latin typeface="IBM Plex Sans Arabic Light"/>
              <a:ea typeface="IBM Plex Sans Arabic Light"/>
              <a:cs typeface="IBM Plex Sans Arabic Light"/>
              <a:sym typeface="IBM Plex Sans Arabic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IBM Plex Sans Arabic Light"/>
                <a:ea typeface="IBM Plex Sans Arabic Light"/>
                <a:cs typeface="IBM Plex Sans Arabic Light"/>
                <a:sym typeface="IBM Plex Sans Arabic Light"/>
              </a:rPr>
              <a:t>Code</a:t>
            </a:r>
            <a:endParaRPr b="0" i="0" sz="1400" u="none" cap="none" strike="noStrike">
              <a:solidFill>
                <a:srgbClr val="000000"/>
              </a:solidFill>
              <a:latin typeface="IBM Plex Sans Arabic Light"/>
              <a:ea typeface="IBM Plex Sans Arabic Light"/>
              <a:cs typeface="IBM Plex Sans Arabic Light"/>
              <a:sym typeface="IBM Plex Sans Arabic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E3F3C"/>
            </a:gs>
            <a:gs pos="100000">
              <a:srgbClr val="0E3F3C">
                <a:alpha val="36078"/>
              </a:srgbClr>
            </a:gs>
          </a:gsLst>
          <a:lin ang="5400700" scaled="0"/>
        </a:gra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/>
          <p:nvPr/>
        </p:nvSpPr>
        <p:spPr>
          <a:xfrm>
            <a:off x="806100" y="24232998"/>
            <a:ext cx="31306200" cy="18807600"/>
          </a:xfrm>
          <a:prstGeom prst="rect">
            <a:avLst/>
          </a:prstGeom>
          <a:solidFill>
            <a:srgbClr val="F4F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pic>
        <p:nvPicPr>
          <p:cNvPr id="59" name="Google Shape;59;p4" title="Screenshot 2026-09-10 at 10.28.0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275" y="25407573"/>
            <a:ext cx="29107850" cy="1251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925319">
            <a:off x="24780344" y="33576028"/>
            <a:ext cx="1292588" cy="149049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/>
          <p:nvPr/>
        </p:nvSpPr>
        <p:spPr>
          <a:xfrm>
            <a:off x="806100" y="4695706"/>
            <a:ext cx="31306200" cy="18807600"/>
          </a:xfrm>
          <a:prstGeom prst="rect">
            <a:avLst/>
          </a:prstGeom>
          <a:solidFill>
            <a:srgbClr val="F4F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685250" y="20935736"/>
            <a:ext cx="30403800" cy="17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GB" sz="48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تنويه: النسخة الحالية عامة للجميع لتصدير نسخهم الخاصة.</a:t>
            </a:r>
            <a:endParaRPr b="0" i="0" sz="48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  <a:p>
            <a:pPr indent="0" lvl="0" marL="0" marR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GB" sz="48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لتصدير نسختك الخاصة إذهب لأيقونة</a:t>
            </a:r>
            <a:r>
              <a:rPr b="1" i="0" lang="en-GB" sz="4800" u="none" cap="none" strike="noStrike">
                <a:solidFill>
                  <a:srgbClr val="0E3F3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ملف</a:t>
            </a:r>
            <a:r>
              <a:rPr b="0" i="0" lang="en-GB" sz="48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 ثم</a:t>
            </a:r>
            <a:r>
              <a:rPr b="1" i="0" lang="en-GB" sz="4800" u="none" cap="none" strike="noStrike">
                <a:solidFill>
                  <a:srgbClr val="0E3F3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إنشاء نسخة</a:t>
            </a:r>
            <a:r>
              <a:rPr b="0" i="0" lang="en-GB" sz="48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 ثم </a:t>
            </a:r>
            <a:r>
              <a:rPr b="1" i="0" lang="en-GB" sz="4800" u="none" cap="none" strike="noStrike">
                <a:solidFill>
                  <a:srgbClr val="0E3F3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العرض التقديمي بالكامل.</a:t>
            </a:r>
            <a:endParaRPr b="1" i="0" sz="4800" u="none" cap="none" strike="noStrike">
              <a:solidFill>
                <a:srgbClr val="0E3F3C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685250" y="19261731"/>
            <a:ext cx="30403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GB" sz="7200" u="none" cap="none" strike="noStrike">
                <a:solidFill>
                  <a:srgbClr val="0E3F3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صدّر نسختك الخاصة!</a:t>
            </a:r>
            <a:endParaRPr b="1" i="0" sz="7200" u="none" cap="none" strike="noStrike">
              <a:solidFill>
                <a:srgbClr val="0E3F3C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1905275" y="40407973"/>
            <a:ext cx="29107800" cy="17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GB" sz="48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Notice: The current version is public for everyone to export their own copies.</a:t>
            </a:r>
            <a:endParaRPr b="0" i="0" sz="48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GB" sz="48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To export your own copy, go to the </a:t>
            </a:r>
            <a:r>
              <a:rPr b="1" i="0" lang="en-GB" sz="4800" u="none" cap="none" strike="noStrike">
                <a:solidFill>
                  <a:srgbClr val="0E3F3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File </a:t>
            </a:r>
            <a:r>
              <a:rPr b="0" i="0" lang="en-GB" sz="48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icon, then </a:t>
            </a:r>
            <a:r>
              <a:rPr b="1" i="0" lang="en-GB" sz="4800" u="none" cap="none" strike="noStrike">
                <a:solidFill>
                  <a:srgbClr val="0E3F3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Make a copy</a:t>
            </a:r>
            <a:r>
              <a:rPr b="0" i="0" lang="en-GB" sz="48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, then </a:t>
            </a:r>
            <a:r>
              <a:rPr b="1" i="0" lang="en-GB" sz="4800" u="none" cap="none" strike="noStrike">
                <a:solidFill>
                  <a:srgbClr val="0E3F3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Entire presentation.  </a:t>
            </a:r>
            <a:endParaRPr b="1" i="0" sz="4800" u="none" cap="none" strike="noStrike">
              <a:solidFill>
                <a:srgbClr val="0E3F3C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1905275" y="38733961"/>
            <a:ext cx="16344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GB" sz="7200" u="none" cap="none" strike="noStrike">
                <a:solidFill>
                  <a:srgbClr val="0E3F3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Make your own copy!</a:t>
            </a:r>
            <a:endParaRPr b="1" i="0" sz="7200" u="none" cap="none" strike="noStrike">
              <a:solidFill>
                <a:srgbClr val="0E3F3C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pic>
        <p:nvPicPr>
          <p:cNvPr id="66" name="Google Shape;66;p4" title="Screenshot 2026-09-10 at 10.28.0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275" y="5870281"/>
            <a:ext cx="29107850" cy="1251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925319">
            <a:off x="24780344" y="14038736"/>
            <a:ext cx="1292588" cy="1490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4" title="WhatsApp Image 2026-09-10 at 14.28.56.jpeg"/>
          <p:cNvPicPr preferRelativeResize="0"/>
          <p:nvPr/>
        </p:nvPicPr>
        <p:blipFill rotWithShape="1">
          <a:blip r:embed="rId5">
            <a:alphaModFix/>
          </a:blip>
          <a:srcRect b="63704" l="54421" r="0" t="0"/>
          <a:stretch/>
        </p:blipFill>
        <p:spPr>
          <a:xfrm>
            <a:off x="1905275" y="5870281"/>
            <a:ext cx="29107850" cy="125175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"/>
          <p:cNvSpPr/>
          <p:nvPr/>
        </p:nvSpPr>
        <p:spPr>
          <a:xfrm>
            <a:off x="806100" y="790893"/>
            <a:ext cx="31306200" cy="3354300"/>
          </a:xfrm>
          <a:prstGeom prst="rect">
            <a:avLst/>
          </a:prstGeom>
          <a:solidFill>
            <a:srgbClr val="F4F4E9"/>
          </a:solidFill>
          <a:ln cap="flat" cmpd="sng" w="11430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GB" sz="6000" u="none" cap="none" strike="noStrike">
                <a:solidFill>
                  <a:srgbClr val="E0666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This slide is for guidance only—delete before exporting your poster</a:t>
            </a:r>
            <a:endParaRPr b="1" i="0" sz="6000" u="none" cap="none" strike="noStrike">
              <a:solidFill>
                <a:srgbClr val="E06666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0" lvl="0" marL="0" marR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GB" sz="6000" u="none" cap="none" strike="noStrike">
                <a:solidFill>
                  <a:srgbClr val="E0666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هذه الشريحة للمعاينة فقط—يُرجى حذفها قبل تصدير الملصق</a:t>
            </a:r>
            <a:endParaRPr b="1" i="0" sz="6000" u="none" cap="none" strike="noStrike">
              <a:solidFill>
                <a:srgbClr val="E06666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pic>
        <p:nvPicPr>
          <p:cNvPr id="70" name="Google Shape;7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925319">
            <a:off x="7415519" y="12258186"/>
            <a:ext cx="1292588" cy="1490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AIF Po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